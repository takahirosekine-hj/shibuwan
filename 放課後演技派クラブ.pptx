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7559675" cy="100806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675" cy="115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6839675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iragino Kaku Gothic ProN"/>
              </a:defRPr>
            </a:pPr>
            <a:r>
              <a:t>【企画概要】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260000"/>
            <a:ext cx="6839675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タイトル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放課後演技派クラブ supported by O.K.THANKS. Season 1（全20話）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コンセプト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「渋谷、青春ストリートファイト」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　渋谷の実在の地名を冠した10の学園が、プライドと恋と友情を賭けて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　抗争を繰り広げる、コミカルアクション×胸キュン×名言が爆発する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　縦型青春ショートドラマ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フォーマット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1話1〜2分 / 縦型撮影 / 全20話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音楽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全編にわたりO.K.THANKS.の楽曲を使用（BGM・挿入歌・ED）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960000"/>
            <a:ext cx="7559675" cy="61206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4140000"/>
            <a:ext cx="683967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CC0000"/>
                </a:solidFill>
                <a:latin typeface="Hiragino Kaku Gothic ProN"/>
              </a:defRPr>
            </a:pPr>
            <a:r>
              <a:t>■ 渋谷10校の学園設定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1A1A1A"/>
                </a:solidFill>
                <a:latin typeface="Hiragino Kaku Gothic ProN"/>
              </a:defRPr>
            </a:pPr>
            <a:r>
              <a:t>渋谷第一高等学校（渋一）── 宇田川町・センター街 / グラフィティ・ストリート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1A1A1A"/>
                </a:solidFill>
                <a:latin typeface="Hiragino Kaku Gothic ProN"/>
              </a:defRPr>
            </a:pPr>
            <a:r>
              <a:t>百軒実業高校（百実）── 百軒店 / アングラ・夜の掟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1A1A1A"/>
                </a:solidFill>
                <a:latin typeface="Hiragino Kaku Gothic ProN"/>
              </a:defRPr>
            </a:pPr>
            <a:r>
              <a:t>ファイヤー通り高等学院（ファイヤー）── ファイヤー通り / 一匹狼・沈黙の最強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1A1A1A"/>
                </a:solidFill>
                <a:latin typeface="Hiragino Kaku Gothic ProN"/>
              </a:defRPr>
            </a:pPr>
            <a:r>
              <a:t>宮下パーク高校（ミヤシタ）── 宮下公園 / スケーター・BMX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1A1A1A"/>
                </a:solidFill>
                <a:latin typeface="Hiragino Kaku Gothic ProN"/>
              </a:defRPr>
            </a:pPr>
            <a:r>
              <a:t>奥渋附属高校（オクシブ）── 奥渋谷 / エリート・管理主義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1A1A1A"/>
                </a:solidFill>
                <a:latin typeface="Hiragino Kaku Gothic ProN"/>
              </a:defRPr>
            </a:pPr>
            <a:r>
              <a:t>桜ヶ丘インターナショナルスクール（サクラ）── 桜ヶ丘町 / 高貴・巨大資本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1A1A1A"/>
                </a:solidFill>
                <a:latin typeface="Hiragino Kaku Gothic ProN"/>
              </a:defRPr>
            </a:pPr>
            <a:r>
              <a:t>円山町学園（マルヤマ）── 円山町 / クラブ・ナイトカルチャー【S2】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1A1A1A"/>
                </a:solidFill>
                <a:latin typeface="Hiragino Kaku Gothic ProN"/>
              </a:defRPr>
            </a:pPr>
            <a:r>
              <a:t>道玄坂総合高校（ドウゲン）── 道玄坂 / カオス・サバイバル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1A1A1A"/>
                </a:solidFill>
                <a:latin typeface="Hiragino Kaku Gothic ProN"/>
              </a:defRPr>
            </a:pPr>
            <a:r>
              <a:t>公園通り学院（コウエン）── 公園通り / アート・演劇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1A1A1A"/>
                </a:solidFill>
                <a:latin typeface="Hiragino Kaku Gothic ProN"/>
              </a:defRPr>
            </a:pPr>
            <a:r>
              <a:t>MIYAMAS Tech High School（ミヤマス）── 宮益坂 / テック・データ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675" cy="115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6839675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iragino Kaku Gothic ProN"/>
              </a:defRPr>
            </a:pPr>
            <a:r>
              <a:t>〜あらすじ〜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260000"/>
            <a:ext cx="6839675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タイトル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放課後演技派クラブ supported by O.K.THANKS. Season 1（全20話）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コンセプト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「渋谷、青春ストリートファイト」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　渋谷の実在の地名を冠した10の学園が、プライドと恋と友情を賭けて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　抗争を繰り広げる、コミカルアクション×胸キュン×名言が爆発する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　縦型青春ショートドラマ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フォーマット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1話1〜2分 / 縦型撮影 / 全20話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音楽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全編にわたりO.K.THANKS.の楽曲を使用（BGM・挿入歌・ED）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960000"/>
            <a:ext cx="7559675" cy="61206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4140000"/>
            <a:ext cx="6839675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CC0000"/>
                </a:solidFill>
                <a:latin typeface="Hiragino Kaku Gothic ProN"/>
              </a:defRPr>
            </a:pPr>
            <a:r>
              <a:t>【出会いと宣戦布告（第1〜5話）】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喧嘩最弱の主人公・るい（渋谷第一）は転校生リンに惹かれる。だが彼女はS1敵校・百実のリーダー・りょうすけの元カノだった。りょうすけは「リンを返せ」と宣戦布告。るいはゆうすけや西小路と共に徹底抗戦を誓う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CC0000"/>
                </a:solidFill>
                <a:latin typeface="Hiragino Kaku Gothic ProN"/>
              </a:defRPr>
            </a:pPr>
            <a:r>
              <a:t>【激突と拡大（第6〜10話）】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キャットストリートで渋一vs百実が激突。渋谷最強・一王（ファイヤー）が静かに介入し、オクシブの大橋は「管理」を掲げ渋谷全体を支配下に置こうとする。一方、るいの参謀・ゆうたは劣等感から百実の江畑に接触。裏切りの芽が育ち始める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CC0000"/>
                </a:solidFill>
                <a:latin typeface="Hiragino Kaku Gothic ProN"/>
              </a:defRPr>
            </a:pPr>
            <a:r>
              <a:t>【崩壊からの覚醒（第11〜15話）】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ゆうたが裏切り、しおんも同調。渋一は崩壊。絶望の底でるいは伝説のOB・Mr.K（O.K.thanks）と出会い「渋谷はな、誰かが守ろうとする限り、死なねぇよ」という言葉に再起。ゆうすけと二人で仲間を再集結させる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C4A035"/>
                </a:solidFill>
                <a:latin typeface="Hiragino Kaku Gothic ProN"/>
              </a:defRPr>
            </a:pPr>
            <a:r>
              <a:t>※ このシーンでO.K.thanks新曲（テーマ曲）が流れる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CC0000"/>
                </a:solidFill>
                <a:latin typeface="Hiragino Kaku Gothic ProN"/>
              </a:defRPr>
            </a:pPr>
            <a:r>
              <a:t>【不器用な奴らの最終決戦（第16〜20話）】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全5校がキャットストリートに集結する大乱戦。カイvs大橋（自由vs管理）、一王vsはる（最強対決）が同時展開。るいはりょうすけとの一騎打ちに勝利。ゆうたとしおんが帰還。日常を取り戻すも、S2の脅威となる「円山」のナオ率いるイケメン集団が静かに姿を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675" cy="115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6839675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iragino Kaku Gothic ProN"/>
              </a:defRPr>
            </a:pPr>
            <a:r>
              <a:t>キャストイメージ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368000"/>
            <a:ext cx="6983675" cy="8532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CC0000"/>
                </a:solidFill>
                <a:latin typeface="Hiragino Kaku Gothic ProN"/>
              </a:defRPr>
            </a:pPr>
            <a:r>
              <a:t>■ 渋谷第一高等学校（渋一）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るい（主人公）: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まっすぐで熱い男。喧嘩は弱いが何度やられても立ち上がる不屈の精神。タケミチ型。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ゆうすけ: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りょうすけとは地元の幼馴染。元・百実のカリスマ。重戦車のような重い拳。るいの覚悟に打たれ仲間に。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西小路: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クールな頭脳派。るいの突進をフォローする冷静な判断力。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しおん（兄貴肌）: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面倒見のよい兄貴分。義理堅く仲間を守る。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6B2D8B"/>
                </a:solidFill>
                <a:latin typeface="Hiragino Kaku Gothic ProN"/>
              </a:defRPr>
            </a:pPr>
            <a:r>
              <a:t>■ ファイヤー通り高等学院（ファイヤー）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一王（リーダー）: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渋谷最強。沈黙の一匹狼。るいの不屈に心を動かされ、初めて自ら動く。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  <a:latin typeface="Hiragino Kaku Gothic ProN"/>
              </a:defRPr>
            </a:pPr>
            <a:r>
              <a:t>■ 百軒実業高校（百実）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りょうすけ（リーダー）: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ゆうすけとは地元の幼馴染。寡黙なイケメン。一対一で他校リーダー格と渡り合える実力者。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はる（特攻隊長）: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誰よりも先に敵に突っ込む。一王と激突する実力者。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江畑 / 吹澤: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喧嘩殺法の実戦担当 / 寡黙な実力者。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1A5C30"/>
                </a:solidFill>
                <a:latin typeface="Hiragino Kaku Gothic ProN"/>
              </a:defRPr>
            </a:pPr>
            <a:r>
              <a:t>■ 奥渋附属高校（オクシブ）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大橋（リーダー） / 小川: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冷徹な管理者 / データ分析の参謀。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C4A035"/>
                </a:solidFill>
                <a:latin typeface="Hiragino Kaku Gothic ProN"/>
              </a:defRPr>
            </a:pPr>
            <a:r>
              <a:t>■ 伝説の存在（O.K.thanks）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Mr.K: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第14話でるいが絶望の底にいるとき現れ、心に火を灯す伝説の男。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Mr.O: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第15話でるいの再起をさりげなく後押しする。「いい顔してんな」。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FF1493"/>
                </a:solidFill>
                <a:latin typeface="Hiragino Kaku Gothic ProN"/>
              </a:defRPr>
            </a:pPr>
            <a:r>
              <a:t>■ 円山町学園（マルヤマ）── S2伏線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ナオ（リーダー） / リョウ・コウセイ・レン: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渋谷一の美形が率いるイケメン集団。円山町の夜を支配する。S2メインヴィラン。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675" cy="115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6839675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iragino Kaku Gothic ProN"/>
              </a:defRPr>
            </a:pPr>
            <a:r>
              <a:t>キャストまとめ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260000"/>
            <a:ext cx="6839675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タイトル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放課後演技派クラブ supported by O.K.THANKS. Season 1（全20話）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コンセプト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「渋谷、青春ストリートファイト」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　渋谷の実在の地名を冠した10の学園が、プライドと恋と友情を賭けて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　抗争を繰り広げる、コミカルアクション×胸キュン×名言が爆発する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　縦型青春ショートドラマ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フォーマット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1話1〜2分 / 縦型撮影 / 全20話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音楽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全編にわたりO.K.THANKS.の楽曲を使用（BGM・挿入歌・ED）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960000"/>
            <a:ext cx="7559675" cy="61206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4140000"/>
            <a:ext cx="6839675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1A1A1A"/>
                </a:solidFill>
                <a:latin typeface="Hiragino Kaku Gothic ProN"/>
              </a:defRPr>
            </a:pPr>
            <a:r>
              <a:t>主要キャスト男性：13名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（渋一5名 / 百実4名 / ファイヤー4名 / オクシブ2名）※S1登場分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1A1A1A"/>
                </a:solidFill>
                <a:latin typeface="Hiragino Kaku Gothic ProN"/>
              </a:defRPr>
            </a:pPr>
            <a:r>
              <a:t>女性キャスト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（リン/りあ＝渋一 / サナ/せりな＝百実 / サラ＝オクシブ / ミレイ＝マルヤマ）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C4A035"/>
                </a:solidFill>
                <a:latin typeface="Hiragino Kaku Gothic ProN"/>
              </a:defRPr>
            </a:pPr>
            <a:r>
              <a:t>伝説枠（O.K.thanks）：2名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（Mr.K / Mr.O / Mr.thanks ── スポンサー兼、物語内の伝説的存在）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1A1A1A"/>
                </a:solidFill>
                <a:latin typeface="Hiragino Kaku Gothic ProN"/>
              </a:defRPr>
            </a:pPr>
            <a:r>
              <a:t>その他学校生徒：各校3〜4名（架空キャラ）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（ミヤシタ、マルヤマ、ドウゲン、コウエン、ミヤマス等）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CC0000"/>
                </a:solidFill>
                <a:latin typeface="Hiragino Kaku Gothic ProN"/>
              </a:defRPr>
            </a:pPr>
            <a:r>
              <a:t>■ S1 登場スケジュール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渋一・百実 ── 全20話メイン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ファイヤー ── 第6話〜参戦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ミヤシタ・オクシブ ── 第8話〜本格始動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マルヤマ ── 第20話（最終話）でイケメン4人が登場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マルヤマ〜ミヤマス ── S1では名前・噂のみ、S2で本格登場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