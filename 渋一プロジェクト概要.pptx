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926080"/>
            <a:ext cx="4572000" cy="76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Helvetica Neue"/>
              </a:defRPr>
            </a:pPr>
            <a:r>
              <a:t>2026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Hiragino Kaku Gothic ProN"/>
              </a:defRPr>
            </a:pPr>
            <a:r>
              <a:t>渋一（シブワン）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Hiragino Kaku Gothic ProN"/>
              </a:defRPr>
            </a:pPr>
            <a:r>
              <a:t>渋谷発メンズIP創出プロジェクト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Hiragino Kaku Gothic ProN"/>
              </a:defRPr>
            </a:pPr>
            <a:r>
              <a:t>Shibuya Ikemen No.1 Project × ストーリーコンテンツ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754880"/>
            <a:ext cx="4572000" cy="76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iragino Kaku Gothic ProN"/>
              </a:defRPr>
            </a:pPr>
            <a:r>
              <a:t>企画書 プロジェクト概要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583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iragino Kaku Gothic ProN"/>
              </a:defRPr>
            </a:pPr>
            <a:r>
              <a:t>CONFIDENTIAL © HJ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01 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iragino Kaku Gothic ProN"/>
              </a:defRPr>
            </a:pPr>
            <a:r>
              <a:t>Z・α世代女性が「最初に推した男性スター」を</a:t>
            </a:r>
            <a:br/>
            <a:r>
              <a:t>毎年生み出し続ける、日本最大のメンズIP創出装置。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3840480" cy="2743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Hiragino Kaku Gothic ProN"/>
              </a:defRPr>
            </a:pPr>
            <a:r>
              <a:t>No.1 ポジション確立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Hiragino Kaku Gothic ProN"/>
              </a:defRPr>
            </a:pPr>
            <a:r>
              <a:t>メンズアイドル市場における</a:t>
            </a:r>
            <a:br/>
            <a:r>
              <a:t>圧倒的シェアを獲得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200400"/>
            <a:ext cx="3840480" cy="2743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Hiragino Kaku Gothic ProN"/>
              </a:defRPr>
            </a:pPr>
            <a:r>
              <a:t>圧倒的な話題性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Hiragino Kaku Gothic ProN"/>
              </a:defRPr>
            </a:pPr>
            <a:r>
              <a:t>SNSバズ、メディア露出、</a:t>
            </a:r>
            <a:br/>
            <a:r>
              <a:t>トレンド入りを常態化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3200400"/>
            <a:ext cx="3840480" cy="2743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Hiragino Kaku Gothic ProN"/>
              </a:defRPr>
            </a:pPr>
            <a:r>
              <a:t>最強のファンダム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Hiragino Kaku Gothic ProN"/>
              </a:defRPr>
            </a:pPr>
            <a:r>
              <a:t>熱量の高いファンコミュニティと</a:t>
            </a:r>
            <a:br/>
            <a:r>
              <a:t>継続的な経済圏を創出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5"/>
                </a:solidFill>
                <a:latin typeface="Hiragino Kaku Gothic ProN"/>
              </a:defRPr>
            </a:pPr>
            <a:r>
              <a:t>目標: 2028年 メンズ芸能部門1位 ＝ 100億円IPの実現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02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「放課後演技派クラブ」― ストーリー × アイドル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Hiragino Kaku Gothic ProN"/>
              </a:defRPr>
            </a:pPr>
            <a:r>
              <a:t>渋谷の10の架空高校を舞台に、各校がメンズボーカルユニットを結成。</a:t>
            </a:r>
            <a:br/>
            <a:r>
              <a:t>ショートドラマで描く青春ストーリーと、リアルのパフォーマンスが交差する新世代エンタメ。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5943600" cy="36576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6FBF"/>
                </a:solidFill>
                <a:latin typeface="Hiragino Kaku Gothic ProN"/>
              </a:defRPr>
            </a:pPr>
            <a:r>
              <a:t>親近感 軸（コムドット的）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日常・バラエティ企画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オフショット・素の表情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メンバー間の関係性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080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切り抜き拡散・ショート動画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657600"/>
            <a:ext cx="5943600" cy="36576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Hiragino Kaku Gothic ProN"/>
              </a:defRPr>
            </a:pPr>
            <a:r>
              <a:t>アイドル 軸（スター性確立）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楽曲・ダンスパフォーマンス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ドラマ・ストーリーへの感情移入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ビジュアル重視の高品質コンテンツ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080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● ファン交流イベント・ライブ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03  WORLD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渋谷10校 — 各エリアに根ざした個性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560320" cy="6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6662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5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Hiragino Kaku Gothic ProN"/>
              </a:defRPr>
            </a:pPr>
            <a:r>
              <a:t>渋谷第一高等学校</a:t>
            </a:r>
            <a:br/>
            <a:r>
              <a:t>（渋一）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宇田川町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グラフィティ・ストリート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るい（主人公）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03120"/>
            <a:ext cx="2560320" cy="6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16662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25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iragino Kaku Gothic ProN"/>
              </a:defRPr>
            </a:pPr>
            <a:r>
              <a:t>百軒実業高校</a:t>
            </a:r>
            <a:br/>
            <a:r>
              <a:t>（百実）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百軒店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アングラ・夜の掟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ゆうすけ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03120"/>
            <a:ext cx="2560320" cy="635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16662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25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2D8B"/>
                </a:solidFill>
                <a:latin typeface="Hiragino Kaku Gothic ProN"/>
              </a:defRPr>
            </a:pPr>
            <a:r>
              <a:t>ファイヤー通り</a:t>
            </a:r>
            <a:br/>
            <a:r>
              <a:t>高等学院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ファイヤー通り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一匹狼・沈黙の最強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一王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103120"/>
            <a:ext cx="2560320" cy="635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0" y="216662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25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FBF"/>
                </a:solidFill>
                <a:latin typeface="Hiragino Kaku Gothic ProN"/>
              </a:defRPr>
            </a:pPr>
            <a:r>
              <a:t>宮下パーク高校</a:t>
            </a:r>
            <a:br/>
            <a:r>
              <a:t>（ミヤシタ）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宮下公園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スケーター・BMX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カイ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0" y="2103120"/>
            <a:ext cx="2560320" cy="63500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0000" y="216662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67160" y="225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C30"/>
                </a:solidFill>
                <a:latin typeface="Hiragino Kaku Gothic ProN"/>
              </a:defRPr>
            </a:pPr>
            <a:r>
              <a:t>奥渋附属高校</a:t>
            </a:r>
            <a:br/>
            <a:r>
              <a:t>（オクシブ）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671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奥渋谷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エリート・管理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671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大橋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2560320" cy="635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509270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8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6914"/>
                </a:solidFill>
                <a:latin typeface="Hiragino Kaku Gothic ProN"/>
              </a:defRPr>
            </a:pPr>
            <a:r>
              <a:t>桜ヶ丘インター</a:t>
            </a:r>
            <a:br/>
            <a:r>
              <a:t>ナショナルスクール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桜ヶ丘町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高貴・巨大資本【S2】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ツヨシ＆ヒトミ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029200"/>
            <a:ext cx="2560320" cy="63500"/>
          </a:xfrm>
          <a:prstGeom prst="rect">
            <a:avLst/>
          </a:prstGeom>
          <a:solidFill>
            <a:srgbClr val="D42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0" y="509270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518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267E"/>
                </a:solidFill>
                <a:latin typeface="Hiragino Kaku Gothic ProN"/>
              </a:defRPr>
            </a:pPr>
            <a:r>
              <a:t>円山町学園</a:t>
            </a:r>
            <a:br/>
            <a:r>
              <a:t>（マルヤマ）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円山町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クラブ・DJ・情報操作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ナオ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5029200"/>
            <a:ext cx="2560320" cy="63500"/>
          </a:xfrm>
          <a:prstGeom prst="rect">
            <a:avLst/>
          </a:prstGeom>
          <a:solidFill>
            <a:srgbClr val="D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0" y="509270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518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42D"/>
                </a:solidFill>
                <a:latin typeface="Hiragino Kaku Gothic ProN"/>
              </a:defRPr>
            </a:pPr>
            <a:r>
              <a:t>道玄坂総合高校</a:t>
            </a:r>
            <a:br/>
            <a:r>
              <a:t>（ドウゲン）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道玄坂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カオス・サバイバル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テツ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5029200"/>
            <a:ext cx="256032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86800" y="509270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518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88"/>
                </a:solidFill>
                <a:latin typeface="Hiragino Kaku Gothic ProN"/>
              </a:defRPr>
            </a:pPr>
            <a:r>
              <a:t>公園通り学院</a:t>
            </a:r>
            <a:br/>
            <a:r>
              <a:t>（コウエン）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公園通り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アート・演劇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レン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0" y="5029200"/>
            <a:ext cx="2560320" cy="63500"/>
          </a:xfrm>
          <a:prstGeom prst="rect">
            <a:avLst/>
          </a:prstGeom>
          <a:solidFill>
            <a:srgbClr val="C4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430000" y="5092700"/>
            <a:ext cx="2560320" cy="237744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567160" y="518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A800"/>
                </a:solidFill>
                <a:latin typeface="Hiragino Kaku Gothic ProN"/>
              </a:defRPr>
            </a:pPr>
            <a:r>
              <a:t>MIYAMAS Tech</a:t>
            </a:r>
            <a:br/>
            <a:r>
              <a:t>High School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671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iragino Kaku Gothic ProN"/>
              </a:defRPr>
            </a:pPr>
            <a:r>
              <a:t>📍 宮益坂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671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テック・データ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6716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iragino Kaku Gothic ProN"/>
              </a:defRPr>
            </a:pPr>
            <a:r>
              <a:t>👤 シュン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04  FIRST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ファーストシーズン全20話「始まりの炎」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5"/>
                </a:solidFill>
                <a:latin typeface="Hiragino Kaku Gothic ProN"/>
              </a:defRPr>
            </a:pPr>
            <a:r>
              <a:t>〜 あらすじ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喧嘩最弱の主人公・るい（渋谷第一）は転校生リンに惹かれる。だが彼女はS1敵校・百実のリーダー・りょうすけの元カノだった。りょうすけは「リンを返せ」と宣戦布告。るいはゆうすけや西小路と共に徹底抗戦を誓う。</a:t>
            </a:r>
            <a:br/>
            <a:br/>
            <a:r>
              <a:t>キャットストリートで渋一vs百実が激突。渋谷最強・一王（ファイヤー）が静かに介入し、オクシブの大橋は「管理」を掲げ渋谷全体を支配下に置こうとする。一方、るいの参謀・ゆうたは劣等感から百実の江畑に接触。裏切りの芽が育ち始める。</a:t>
            </a:r>
            <a:br/>
            <a:br/>
            <a:r>
              <a:t>ゆうたが裏切り、しおんも同調。渋一は崩壊。絶望の底でるいは伝説のOB・Mr.K（O.K.thanks）と出会い「渋谷はな、誰かが守ろうとする限り、死なねぇよ」という言葉に再起。ゆうすけと二人で仲間を再集結させる。</a:t>
            </a:r>
            <a:br/>
            <a:br/>
            <a:r>
              <a:t>全5校がキャットストリートに集結する大乱戦。るいはりょうすけとの一騎打ちに勝利。ゆうたとしおんが帰還。日常を取り戻すも、S2の脅威となる「桜ヶ丘」のツヨシとヒトミが静かに動き出す。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3108960" cy="6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549900"/>
            <a:ext cx="3108960" cy="228600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第一幕（1〜5話）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均衡と出会い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るいとリンの出会い。百実のゆうすけが</a:t>
            </a:r>
            <a:br/>
            <a:r>
              <a:t>リンの奪還を宣言し、冷戦が崩れる。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5486400"/>
            <a:ext cx="3108960" cy="63500"/>
          </a:xfrm>
          <a:prstGeom prst="rect">
            <a:avLst/>
          </a:prstGeom>
          <a:solidFill>
            <a:srgbClr val="D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5549900"/>
            <a:ext cx="3108960" cy="228600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42D"/>
                </a:solidFill>
                <a:latin typeface="Hiragino Kaku Gothic ProN"/>
              </a:defRPr>
            </a:pPr>
            <a:r>
              <a:t>第二幕（6〜10話）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激突と拡大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00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キャットストリートで渋一vs百実が激突。</a:t>
            </a:r>
            <a:br/>
            <a:r>
              <a:t>一王参戦。ゆうたの裏切りの種が芽生える。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5486400"/>
            <a:ext cx="3108960" cy="6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5549900"/>
            <a:ext cx="3108960" cy="228600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Hiragino Kaku Gothic ProN"/>
              </a:defRPr>
            </a:pPr>
            <a:r>
              <a:t>第三幕（11〜15話）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崩壊と絶望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400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ゆうたの裏切りで渋一崩壊。Mr.Kとの</a:t>
            </a:r>
            <a:br/>
            <a:r>
              <a:t>邂逅でるいが再起。O.K.thanks新曲が流れる。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1359" y="5486400"/>
            <a:ext cx="3108960" cy="635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81359" y="5549900"/>
            <a:ext cx="3108960" cy="228600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39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  <a:latin typeface="Hiragino Kaku Gothic ProN"/>
              </a:defRPr>
            </a:pPr>
            <a:r>
              <a:t>第四幕（16〜20話）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39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最終決戦と未来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39" y="6400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全面戦争。るいvsりょうすけ最終決戦で勝利。</a:t>
            </a:r>
            <a:br/>
            <a:r>
              <a:t>サクラが次なる脅威として登場。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05  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S1主要キャスト × キャラクター配置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103120"/>
            <a:ext cx="50800" cy="1645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5120" y="210312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るい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主人公 / 不屈の精神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103120"/>
            <a:ext cx="50800" cy="1645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9760" y="210312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ゆうすけ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渋一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カリスマ / りょうすけと幼馴染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103120"/>
            <a:ext cx="50800" cy="1645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94400" y="210312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西小路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渋一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頭脳派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103120"/>
            <a:ext cx="50800" cy="1645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9040" y="210312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しおん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渋一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兄貴肌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12880" y="2103120"/>
            <a:ext cx="50800" cy="16459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663680" y="210312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5004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一王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D8B"/>
                </a:solidFill>
                <a:latin typeface="Hiragino Kaku Gothic ProN"/>
              </a:defRPr>
            </a:pPr>
            <a:r>
              <a:t>ファイヤー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渋谷最強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23360"/>
            <a:ext cx="50800" cy="1645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5120" y="402336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りょうすけ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iragino Kaku Gothic ProN"/>
              </a:defRPr>
            </a:pPr>
            <a:r>
              <a:t>百実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リーダー / ゆうすけと幼馴染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4023360"/>
            <a:ext cx="50800" cy="1645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59760" y="402336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はる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iragino Kaku Gothic ProN"/>
              </a:defRPr>
            </a:pPr>
            <a:r>
              <a:t>百実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特攻隊長（一王と激突）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023360"/>
            <a:ext cx="50800" cy="1645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94400" y="402336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江畑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iragino Kaku Gothic ProN"/>
              </a:defRPr>
            </a:pPr>
            <a:r>
              <a:t>百実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実戦担当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023360"/>
            <a:ext cx="50800" cy="1645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29040" y="402336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吹澤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iragino Kaku Gothic ProN"/>
              </a:defRPr>
            </a:pPr>
            <a:r>
              <a:t>百実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実力者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612880" y="4023360"/>
            <a:ext cx="50800" cy="1645920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663680" y="402336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5004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大橋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5004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30"/>
                </a:solidFill>
                <a:latin typeface="Hiragino Kaku Gothic ProN"/>
              </a:defRPr>
            </a:pPr>
            <a:r>
              <a:t>オクシブ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5004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管理者リーダー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943600"/>
            <a:ext cx="50800" cy="1645920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25120" y="5943600"/>
            <a:ext cx="2560320" cy="1645920"/>
          </a:xfrm>
          <a:prstGeom prst="round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035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iragino Kaku Gothic ProN"/>
              </a:defRPr>
            </a:pPr>
            <a:r>
              <a:t>小川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46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30"/>
                </a:solidFill>
                <a:latin typeface="Hiragino Kaku Gothic ProN"/>
              </a:defRPr>
            </a:pPr>
            <a:r>
              <a:t>オクシブ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6766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Hiragino Kaku Gothic ProN"/>
              </a:defRPr>
            </a:pPr>
            <a:r>
              <a:t>参謀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06  LEGEND &amp; SPONSOR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845"/>
                </a:solidFill>
                <a:latin typeface="Hiragino Kaku Gothic ProN"/>
              </a:defRPr>
            </a:pPr>
            <a:r>
              <a:t>伝説の存在 O.K.thanks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Hiragino Kaku Gothic ProN"/>
              </a:defRPr>
            </a:pPr>
            <a:r>
              <a:t>かつて渋谷を統一したチームと対等に渡り合った、もう一つの伝説的存在。</a:t>
            </a:r>
            <a:br/>
            <a:r>
              <a:t>物語の中では「スペシャルサンクス」的に登場し、主人公るいの心に火を灯す。</a:t>
            </a:r>
            <a:br/>
            <a:r>
              <a:t>リアルではプロジェクトのスポンサーとして、新曲がファーストシーズンのテーマ曲に。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486400" cy="2743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D4A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5"/>
                </a:solidFill>
                <a:latin typeface="Hiragino Kaku Gothic ProN"/>
              </a:defRPr>
            </a:pPr>
            <a:r>
              <a:t>Mr.K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iragino Kaku Gothic ProN"/>
              </a:defRPr>
            </a:pPr>
            <a:r>
              <a:t>火を灯す者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486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第14話でるいが絶望の底にいるとき、路地裏で出会う。</a:t>
            </a:r>
            <a:br/>
            <a:r>
              <a:t>「渋谷はな、誰かが守ろうとする限り、死なねぇよ」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114800"/>
            <a:ext cx="5486400" cy="2743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D4A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5"/>
                </a:solidFill>
                <a:latin typeface="Hiragino Kaku Gothic ProN"/>
              </a:defRPr>
            </a:pPr>
            <a:r>
              <a:t>Mr.O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iragino Kaku Gothic ProN"/>
              </a:defRPr>
            </a:pPr>
            <a:r>
              <a:t>風を送る者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486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第15話でるいの再起を後押し。カフェの前で</a:t>
            </a:r>
            <a:br/>
            <a:r>
              <a:t>「いい顔してんな」と一言だけ呟いて去る。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315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845"/>
                </a:solidFill>
                <a:latin typeface="Hiragino Kaku Gothic ProN"/>
              </a:defRPr>
            </a:pPr>
            <a:r>
              <a:t>♪ テーマ曲: O.K.thanks 新曲  ―  第14話のクライマックスシーンで初披露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07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2026-2028 3フェーズ展開計画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4114800" cy="5029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Hiragino Kaku Gothic ProN"/>
              </a:defRPr>
            </a:pPr>
            <a:r>
              <a:t>SNS始動・認知拡大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023360"/>
            <a:ext cx="3474720" cy="12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「学園」ショートムービーを軸にキャラクターを定着。</a:t>
            </a:r>
            <a:br/>
            <a:r>
              <a:t>TGC TEENでデビューお披露目。</a:t>
            </a:r>
            <a:br/>
            <a:r>
              <a:t>SNSオーガニック拡散でコアファン獲得。</a:t>
            </a:r>
            <a:br/>
            <a:r>
              <a:t>ファーストシーズン全20話を展開。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88888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286000"/>
            <a:ext cx="4114800" cy="5029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D4A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5"/>
                </a:solidFill>
                <a:latin typeface="Helvetica Neue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2026-27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5"/>
                </a:solidFill>
                <a:latin typeface="Hiragino Kaku Gothic ProN"/>
              </a:defRPr>
            </a:pPr>
            <a:r>
              <a:t>短編映画・メディア連携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4023360"/>
            <a:ext cx="3474720" cy="12700"/>
          </a:xfrm>
          <a:prstGeom prst="rect">
            <a:avLst/>
          </a:prstGeom>
          <a:solidFill>
            <a:srgbClr val="D4A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2062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渋谷を舞台にした短編映画制作・公開。</a:t>
            </a:r>
            <a:br/>
            <a:r>
              <a:t>地上波番組との連動企画スタート。</a:t>
            </a:r>
            <a:br/>
            <a:r>
              <a:t>ミスターコンテストとの相互送客強化。</a:t>
            </a:r>
            <a:br/>
            <a:r>
              <a:t>ファンクラブ設立。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88888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286000"/>
            <a:ext cx="4114800" cy="50292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  <a:latin typeface="Helvetica Neue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2027-28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D8B"/>
                </a:solidFill>
                <a:latin typeface="Hiragino Kaku Gothic ProN"/>
              </a:defRPr>
            </a:pPr>
            <a:r>
              <a:t>IP確立・No.1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4023360"/>
            <a:ext cx="3474720" cy="127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42062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Hiragino Kaku Gothic ProN"/>
              </a:defRPr>
            </a:pPr>
            <a:r>
              <a:t>地上波レギュラー番組放送開始。</a:t>
            </a:r>
            <a:br/>
            <a:r>
              <a:t>大手サブスクPFでの独占配信。</a:t>
            </a:r>
            <a:br/>
            <a:r>
              <a:t>メンズ芸能部門シェア1位獲得。</a:t>
            </a:r>
            <a:br/>
            <a:r>
              <a:t>100億円規模のIP価値創出。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08  KPI &amp;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iragino Kaku Gothic ProN"/>
              </a:defRPr>
            </a:pPr>
            <a:r>
              <a:t>KPI・成功指標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108960" cy="32004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C0000"/>
                </a:solidFill>
                <a:latin typeface="Helvetica Neue"/>
              </a:defRPr>
            </a:pPr>
            <a:r>
              <a:t>¥100億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iragino Kaku Gothic ProN"/>
              </a:defRPr>
            </a:pPr>
            <a:r>
              <a:t>IP VALUE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Hiragino Kaku Gothic ProN"/>
              </a:defRPr>
            </a:pPr>
            <a:r>
              <a:t>2028年のIP価値目標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286000"/>
            <a:ext cx="3108960" cy="32004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C0000"/>
                </a:solidFill>
                <a:latin typeface="Helvetica Neue"/>
              </a:defRPr>
            </a:pPr>
            <a:r>
              <a:t>100万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iragino Kaku Gothic ProN"/>
              </a:defRPr>
            </a:pPr>
            <a:r>
              <a:t>YouTube登録者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Hiragino Kaku Gothic ProN"/>
              </a:defRPr>
            </a:pPr>
            <a:r>
              <a:t>チャンネル登録者数目標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286000"/>
            <a:ext cx="3108960" cy="32004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C0000"/>
                </a:solidFill>
                <a:latin typeface="Helvetica Neue"/>
              </a:defRPr>
            </a:pPr>
            <a:r>
              <a:t>No.1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iragino Kaku Gothic ProN"/>
              </a:defRPr>
            </a:pPr>
            <a:r>
              <a:t>メンズ芸能部門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Hiragino Kaku Gothic ProN"/>
              </a:defRPr>
            </a:pPr>
            <a:r>
              <a:t>2028年シェア1位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59" y="2286000"/>
            <a:ext cx="3108960" cy="32004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39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C0000"/>
                </a:solidFill>
                <a:latin typeface="Helvetica Neue"/>
              </a:defRPr>
            </a:pPr>
            <a:r>
              <a:t>300万/月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39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iragino Kaku Gothic ProN"/>
              </a:defRPr>
            </a:pPr>
            <a:r>
              <a:t>月次制作予算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39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Hiragino Kaku Gothic ProN"/>
              </a:defRPr>
            </a:pPr>
            <a:r>
              <a:t>コンテンツ制作費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iragino Kaku Gothic ProN"/>
              </a:defRPr>
            </a:pPr>
            <a:r>
              <a:t>競合優位性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Hiragino Kaku Gothic ProN"/>
              </a:defRPr>
            </a:pPr>
            <a:r>
              <a:t>① 渋谷という圧倒的ブランド — 若者文化の聖地、国内外への訴求力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9037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Hiragino Kaku Gothic ProN"/>
              </a:defRPr>
            </a:pPr>
            <a:r>
              <a:t>② Z・α世代女性の消費行動 — 「推し」への課金文化、LTV最大化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73152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Hiragino Kaku Gothic ProN"/>
              </a:defRPr>
            </a:pPr>
            <a:r>
              <a:t>③ HJの独自ネットワーク — ミスコン × TGC TEEN × 地上波の唯一無二の組み合わせ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926080"/>
            <a:ext cx="4572000" cy="76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Helvetica Neue"/>
              </a:defRPr>
            </a:pPr>
            <a:r>
              <a:t>2028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Hiragino Kaku Gothic ProN"/>
              </a:defRPr>
            </a:pPr>
            <a:r>
              <a:t>渋一（シブワン）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Hiragino Kaku Gothic ProN"/>
              </a:defRPr>
            </a:pPr>
            <a:r>
              <a:t>日本最大のメンズIP創出装置へ。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303520"/>
            <a:ext cx="4572000" cy="76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45"/>
                </a:solidFill>
                <a:latin typeface="Hiragino Kaku Gothic ProN"/>
              </a:defRPr>
            </a:pPr>
            <a:r>
              <a:t>テーマ曲: O.K.thanks 新曲  |  スポンサー: O.K.thanks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858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iragino Kaku Gothic ProN"/>
              </a:defRPr>
            </a:pPr>
            <a:r>
              <a:t>CONFIDENTIAL © HJ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