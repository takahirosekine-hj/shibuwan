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7559675" cy="10080625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【企画概要】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683967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タイトル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放課後演技派クラブ supported by O.K.THANKS. Season 1（全20話）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チャンネルタグライン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「全員、青春が下手くそ。」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コンセプト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「渋谷のストリートで、青春は殴り合い、恋をする。」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渋谷の実在の地名を冠した10の学園が、プライドと恋と友情を賭けて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抗争を繰り広げる、コミカルアクション×胸キュン×名言が爆発する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縦型青春ショートドラマ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フォーマット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1話1〜2分 / 縦型撮影 / 全20話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音楽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全編にわたりO.K.THANKS.の楽曲を使用（BGM・挿入歌・ED）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60000"/>
            <a:ext cx="7559675" cy="61206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6839675" cy="360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■ 渋谷10校の学園設定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渋谷第一高等学校（渋一）── 宇田川町・センター街 / グラフィティ・ストリート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百軒実業高校（百実）── 百軒店 / アングラ・夜の掟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ファイヤー通り高等学院 ── ファイヤー通り / 一匹狼・沈黙の最強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宮下パーク高校（ミヤシタ）── 宮下公園 / スケーター・BMX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奥渋附属高校（オクシブ）── 奥渋谷 / エリート・管理主義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桜ヶ丘インターナショナル（サクラ）── 桜ヶ丘町 / 巨大資本【S2】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円山町学園（マルヤマ）── 円山町 / クラブ・DJ・情報操作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道玄坂総合高校（ドウゲン）── 道玄坂 / カオス・サバイバル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公園通り学院（コウエン）── 公園通り / アート・演劇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MIYAMAS Tech High（ミヤマス）── 宮益坂 / テック・データ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〜あらすじ〜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683967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タイトル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放課後演技派クラブ supported by O.K.THANKS. Season 1（全20話）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チャンネルタグライン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「全員、青春が下手くそ。」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コンセプト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「渋谷のストリートで、青春は殴り合い、恋をする。」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渋谷の実在の地名を冠した10の学園が、プライドと恋と友情を賭けて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抗争を繰り広げる、コミカルアクション×胸キュン×名言が爆発する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縦型青春ショートドラマ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フォーマット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1話1〜2分 / 縦型撮影 / 全20話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音楽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全編にわたりO.K.THANKS.の楽曲を使用（BGM・挿入歌・ED）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60000"/>
            <a:ext cx="7559675" cy="61206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6839675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【出会いと宣戦布告（第1〜5話）】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喧嘩最弱の主人公・るい（渋谷第一）は転校生リンに惹かれる。だが彼女はS1敵校・百実のリーダー・ゆうすけの元カノだった。ゆうすけは「リンを返せ」と宣戦布告。るいの相棒・はるが「お前が行くなら俺も行く」と立ち上がり、渋一は徹底抗戦を誓う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【激突と拡大（第6〜10話）】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キャットストリートで渋一vs百実が激突。渋谷最強・いおう（ファイヤー）が静かに介入し、オクシブのひかるは「管理」を掲げ渋谷全体を支配下に置こうとする。一方、るいの参謀・ゆうたは劣等感から百実のこうのすけに接触。裏切りの芽が育ち始め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【崩壊からの覚醒（第11〜15話）】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ゆうたが裏切り、しおんも同調。渋一は崩壊。絶望の底でるいは伝説のOB・Mr.K（O.K.thanks）と出会い「渋谷はな、誰かが守ろうとする限り、死なねぇよ」という言葉に再起。はると二人で仲間を再集結させ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900" b="0">
                <a:solidFill>
                  <a:srgbClr val="C4A035"/>
                </a:solidFill>
                <a:latin typeface="Hiragino Kaku Gothic ProN"/>
              </a:defRPr>
            </a:pPr>
            <a:r>
              <a:t>※ このシーンでO.K.thanks新曲（テーマ曲）が流れる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200" b="1">
                <a:solidFill>
                  <a:srgbClr val="CC0000"/>
                </a:solidFill>
                <a:latin typeface="Hiragino Kaku Gothic ProN"/>
              </a:defRPr>
            </a:pPr>
            <a:r>
              <a:t>【不器用な奴らの最終決戦（第16〜20話）】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全5校がキャットストリートに集結する大乱戦。カイvsひかる（自由vs管理）、いおうvsとうま（最強対決）が同時展開。るいはゆうすけとの一騎打ちに勝利。ゆうたとしおんが帰還。日常を取り戻すも、S2の脅威となる「桜ヶ丘」のツヨシとヒトミが静かに動き出す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キャストイメージ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8000" y="1368000"/>
            <a:ext cx="6983675" cy="853262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■ 渋谷第一高等学校（主人公校）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るい（主人公）: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まっすぐで熱い男。喧嘩は弱いが何度やられても立ち上がる不屈の精神。タケミチ型。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はる（相棒・特攻隊長）: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るいの一番の相棒。誰よりも先に敵に突っ込む。「お前が行くなら俺が先に行く」が信条。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りょうすけ（戦闘エース）: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寡黙なイケメン。渋一最強の実力者。仲間が傷つけられたときだけ拳を握る。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ゆうた（参謀→裏切り）: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渋一の頭脳。劣等感から百実と内通し、物語最大の裏切りを担う。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しおん（兄貴肌→ゆうたに同調）: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面倒見のよい兄貴分。ゆうたの裏切りに義理で同調するが、最終的に帰還。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リン（ヒロイン）: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訳ありの転校生。ゆうすけの元カノ。物語の起点。「もう逃げない」と決意する。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333333"/>
                </a:solidFill>
                <a:latin typeface="Hiragino Kaku Gothic ProN"/>
              </a:defRPr>
            </a:pPr>
            <a:r>
              <a:t>■ 百軒実業高校（S1敵校）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ゆうすけ（リーダー）: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圧倒的カリスマ。歪んだ愛情でリンを縛る。最終決戦でるいに心を打ち抜かれる。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とうま（副リーダー）: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冷静沈着な参謀。終盤でいおうと激突。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はれ（切り込み隊長）: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ゆうすけへの恩義を命懸けで返す忠犬。武力はゆうすけに次ぐ。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こうのすけ（情報屋）: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夜の街のネットワーク。ゆうたを百実に引き込む橋渡し役。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せりな（ギャル）: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百実の紅一点。派手だが仲間想いで度胸がある。男どもにも臆さず物を言う。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6B2D8B"/>
                </a:solidFill>
                <a:latin typeface="Hiragino Kaku Gothic ProN"/>
              </a:defRPr>
            </a:pPr>
            <a:r>
              <a:t>■ その他の学園リーダー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いおう（ファイヤー）: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渋谷最強。沈黙の一匹狼。るいの不屈に心を動かされ、初めて自ら動く。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ひかる（オクシブ）: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冷徹な管理者。穏やかな微笑みの裏に支配欲。缶コーヒー常備。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カイ（ミヤシタ）: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自由奔放なスケーター。「管理なんてクソくらえだ」とひかると激突。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4A035"/>
                </a:solidFill>
                <a:latin typeface="Hiragino Kaku Gothic ProN"/>
              </a:defRPr>
            </a:pPr>
            <a:r>
              <a:t>■ 伝説の存在（O.K.thanks）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Mr.K: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第14話でるいが絶望の底にいるとき現れ、心に火を灯す伝説の男。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Mr.O: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第15話でるいの再起をさりげなく後押しする。「いい顔してんな」。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6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4A035"/>
                </a:solidFill>
                <a:latin typeface="Hiragino Kaku Gothic ProN"/>
              </a:defRPr>
            </a:pPr>
            <a:r>
              <a:t>■ Season 2 伏線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1">
                <a:solidFill>
                  <a:srgbClr val="1A1A1A"/>
                </a:solidFill>
                <a:latin typeface="Hiragino Kaku Gothic ProN"/>
              </a:defRPr>
            </a:pPr>
            <a:r>
              <a:t>桜ヶ丘インターナショナル: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000" b="0">
                <a:solidFill>
                  <a:srgbClr val="666666"/>
                </a:solidFill>
                <a:latin typeface="Hiragino Kaku Gothic ProN"/>
              </a:defRPr>
            </a:pPr>
            <a:r>
              <a:t>最終話で登場。ツヨシ（表のリーダー）とヒトミ（裏のリーダー）。武力ではなく金・人脈・制度で渋谷を飲み込もうとする次元の違う脅威。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7559675" cy="1152000"/>
          </a:xfrm>
          <a:prstGeom prst="rect">
            <a:avLst/>
          </a:prstGeom>
          <a:solidFill>
            <a:srgbClr val="1A1A1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360000" y="288000"/>
            <a:ext cx="6839675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2400" b="1">
                <a:solidFill>
                  <a:srgbClr val="FFFFFF"/>
                </a:solidFill>
                <a:latin typeface="Hiragino Kaku Gothic ProN"/>
              </a:defRPr>
            </a:pPr>
            <a:r>
              <a:t>キャストまとめ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260000"/>
            <a:ext cx="6839675" cy="252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タイトル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放課後演技派クラブ supported by O.K.THANKS. Season 1（全20話）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チャンネルタグライン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「全員、青春が下手くそ。」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コンセプト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「渋谷のストリートで、青春は殴り合い、恋をする。」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渋谷の実在の地名を冠した10の学園が、プライドと恋と友情を賭けて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抗争を繰り広げる、コミカルアクション×胸キュン×名言が爆発する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　縦型青春ショートドラマ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フォーマット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1話1〜2分 / 縦型撮影 / 全20話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100"/>
              </a:spcBef>
              <a:spcAft>
                <a:spcPts val="100"/>
              </a:spcAft>
              <a:defRPr sz="1100" b="1">
                <a:solidFill>
                  <a:srgbClr val="CC0000"/>
                </a:solidFill>
                <a:latin typeface="Hiragino Kaku Gothic ProN"/>
              </a:defRPr>
            </a:pPr>
            <a:r>
              <a:t>　■ 音楽</a:t>
            </a:r>
          </a:p>
          <a:p>
            <a:pPr>
              <a:spcBef>
                <a:spcPts val="100"/>
              </a:spcBef>
              <a:spcAft>
                <a:spcPts val="1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　全編にわたりO.K.THANKS.の楽曲を使用（BGM・挿入歌・ED）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960000"/>
            <a:ext cx="7559675" cy="6120625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360000" y="4140000"/>
            <a:ext cx="6839675" cy="50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A1A1A"/>
                </a:solidFill>
                <a:latin typeface="Hiragino Kaku Gothic ProN"/>
              </a:defRPr>
            </a:pPr>
            <a:r>
              <a:t>主要キャスト男性：11名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（渋一5名 / 百実4名 / ファイヤー1名 / オクシブ1名）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A1A1A"/>
                </a:solidFill>
                <a:latin typeface="Hiragino Kaku Gothic ProN"/>
              </a:defRPr>
            </a:pPr>
            <a:r>
              <a:t>女性キャスト：8名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（確定：せりな＝百実 / 仮配置：りあ、はるな、まう、はるあ、じゅな、なるせ）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C4A035"/>
                </a:solidFill>
                <a:latin typeface="Hiragino Kaku Gothic ProN"/>
              </a:defRPr>
            </a:pPr>
            <a:r>
              <a:t>伝説枠（O.K.thanks）：2名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（Mr.K / Mr.O ── スポンサー兼、物語内の伝説的存在）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8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600" b="1">
                <a:solidFill>
                  <a:srgbClr val="1A1A1A"/>
                </a:solidFill>
                <a:latin typeface="Hiragino Kaku Gothic ProN"/>
              </a:defRPr>
            </a:pPr>
            <a:r>
              <a:t>その他学校生徒：各校3〜4名（架空キャラ）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（ミヤシタ、サクラ、マルヤマ、ドウゲン、コウエン、ミヤマス等）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200" b="0">
                <a:solidFill>
                  <a:srgbClr val="1A1A1A"/>
                </a:solidFill>
                <a:latin typeface="Hiragino Kaku Gothic ProN"/>
              </a:defRPr>
            </a:pPr>
          </a:p>
          <a:p>
            <a:pPr>
              <a:spcBef>
                <a:spcPts val="200"/>
              </a:spcBef>
              <a:spcAft>
                <a:spcPts val="200"/>
              </a:spcAft>
              <a:defRPr sz="1400" b="1">
                <a:solidFill>
                  <a:srgbClr val="CC0000"/>
                </a:solidFill>
                <a:latin typeface="Hiragino Kaku Gothic ProN"/>
              </a:defRPr>
            </a:pPr>
            <a:r>
              <a:t>■ S1 登場スケジュール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渋一・百実 ── 全20話メイン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ファイヤー ── 第6話〜参戦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ミヤシタ・オクシブ ── 第8話〜本格始動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1A1A1A"/>
                </a:solidFill>
                <a:latin typeface="Hiragino Kaku Gothic ProN"/>
              </a:defRPr>
            </a:pPr>
            <a:r>
              <a:t>サクラ ── 第20話（最終話）でシルエット登場</a:t>
            </a:r>
          </a:p>
          <a:p>
            <a:pPr>
              <a:spcBef>
                <a:spcPts val="200"/>
              </a:spcBef>
              <a:spcAft>
                <a:spcPts val="200"/>
              </a:spcAft>
              <a:defRPr sz="1100" b="0">
                <a:solidFill>
                  <a:srgbClr val="666666"/>
                </a:solidFill>
                <a:latin typeface="Hiragino Kaku Gothic ProN"/>
              </a:defRPr>
            </a:pPr>
            <a:r>
              <a:t>マルヤマ〜ミヤマス ── S1では名前・噂のみ、S2で本格登場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